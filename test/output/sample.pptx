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14375"/>
            <a:ext cx="7239000" cy="2667000"/>
          </a:xfrm>
          <a:prstGeom prst="roundRect">
            <a:avLst>
              <a:gd name="adj" fmla="val 308571"/>
            </a:avLst>
          </a:prstGeom>
          <a:solidFill>
            <a:srgbClr val="21408C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38250" y="1095375"/>
            <a:ext cx="6667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驱动的新一代工作台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38250" y="18097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spc="150" kern="0" dirty="0">
                <a:solidFill>
                  <a:srgbClr val="D1D9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高效协作 · 智能创作 · 数据洞察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28750" y="3619500"/>
            <a:ext cx="571500" cy="571500"/>
          </a:xfrm>
          <a:prstGeom prst="ellipse">
            <a:avLst/>
          </a:prstGeom>
          <a:solidFill>
            <a:srgbClr val="F28C40"/>
          </a:solidFill>
          <a:ln/>
        </p:spPr>
      </p:sp>
      <p:sp>
        <p:nvSpPr>
          <p:cNvPr id="6" name="Shape 4"/>
          <p:cNvSpPr/>
          <p:nvPr/>
        </p:nvSpPr>
        <p:spPr>
          <a:xfrm>
            <a:off x="3619500" y="3667125"/>
            <a:ext cx="1905000" cy="476250"/>
          </a:xfrm>
          <a:prstGeom prst="roundRect">
            <a:avLst>
              <a:gd name="adj" fmla="val 3600000"/>
            </a:avLst>
          </a:prstGeom>
          <a:solidFill>
            <a:srgbClr val="0F99FA"/>
          </a:solidFill>
          <a:ln/>
        </p:spPr>
      </p:sp>
      <p:sp>
        <p:nvSpPr>
          <p:cNvPr id="7" name="Text 5"/>
          <p:cNvSpPr/>
          <p:nvPr/>
        </p:nvSpPr>
        <p:spPr>
          <a:xfrm>
            <a:off x="3619500" y="3667125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立即开始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95750" y="4286250"/>
            <a:ext cx="952500" cy="19050"/>
          </a:xfrm>
          <a:prstGeom prst="line">
            <a:avLst/>
          </a:prstGeom>
          <a:noFill/>
          <a:ln w="19050">
            <a:solidFill>
              <a:srgbClr val="B3B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900000">
            <a:off x="7143750" y="3810000"/>
            <a:ext cx="476250" cy="476250"/>
          </a:xfrm>
          <a:prstGeom prst="star5Point">
            <a:avLst/>
          </a:prstGeom>
          <a:solidFill>
            <a:srgbClr val="FFD93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0" y="3714750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76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A1F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核心指标一览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71500" y="1238250"/>
            <a:ext cx="2476500" cy="1428750"/>
          </a:xfrm>
          <a:prstGeom prst="roundRect">
            <a:avLst>
              <a:gd name="adj" fmla="val 384000"/>
            </a:avLst>
          </a:prstGeom>
          <a:solidFill>
            <a:srgbClr val="FFFFFF"/>
          </a:solidFill>
          <a:ln w="9525">
            <a:solidFill>
              <a:srgbClr val="DBE0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750" y="2857500"/>
            <a:ext cx="381000" cy="333375"/>
          </a:xfrm>
          <a:prstGeom prst="triangle">
            <a:avLst/>
          </a:prstGeom>
          <a:solidFill>
            <a:srgbClr val="0DCC8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</dc:title>
  <dc:subject>由 Figma Frame 转换生成</dc:subject>
  <dc:creator>Frame2PPT</dc:creator>
  <cp:lastModifiedBy>Frame2PPT</cp:lastModifiedBy>
  <cp:revision>1</cp:revision>
  <dcterms:created xsi:type="dcterms:W3CDTF">2026-08-11T11:06:35Z</dcterms:created>
  <dcterms:modified xsi:type="dcterms:W3CDTF">2026-08-11T11:06:35Z</dcterms:modified>
</cp:coreProperties>
</file>