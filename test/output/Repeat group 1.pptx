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7425" y="257175"/>
            <a:ext cx="4629150" cy="4629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Repeat group 1</dc:title>
  <dc:subject>由 Figma Frame 转换生成</dc:subject>
  <dc:creator>Frame2PPT</dc:creator>
  <cp:lastModifiedBy>Frame2PPT</cp:lastModifiedBy>
  <cp:revision>1</cp:revision>
  <dcterms:created xsi:type="dcterms:W3CDTF">2026-08-12T13:04:49Z</dcterms:created>
  <dcterms:modified xsi:type="dcterms:W3CDTF">2026-08-12T13:04:49Z</dcterms:modified>
</cp:coreProperties>
</file>